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78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4" y="1238809"/>
            <a:ext cx="3485073" cy="2420504"/>
          </a:xfrm>
        </p:spPr>
        <p:txBody>
          <a:bodyPr>
            <a:normAutofit/>
          </a:bodyPr>
          <a:lstStyle/>
          <a:p>
            <a:r>
              <a:rPr lang="en-US" sz="4000" dirty="0"/>
              <a:t>POWER BI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r>
              <a:rPr lang="en-US" sz="3600" dirty="0"/>
              <a:t>IPL(2010-2016)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F692-56D8-4B0B-D5A7-E642C78B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57267"/>
            <a:ext cx="10353762" cy="709534"/>
          </a:xfrm>
        </p:spPr>
        <p:txBody>
          <a:bodyPr>
            <a:normAutofit/>
          </a:bodyPr>
          <a:lstStyle/>
          <a:p>
            <a:r>
              <a:rPr lang="en-US" sz="4000" dirty="0"/>
              <a:t>DATASET DESCRIPTION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EADF-4B28-D193-602F-8E7F01AD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81972"/>
            <a:ext cx="10353762" cy="4699103"/>
          </a:xfrm>
        </p:spPr>
        <p:txBody>
          <a:bodyPr>
            <a:normAutofit/>
          </a:bodyPr>
          <a:lstStyle/>
          <a:p>
            <a:r>
              <a:rPr lang="en-IN" sz="2800" dirty="0"/>
              <a:t>This dataset contains detailed information about matches played in the Indian Premier League (IPL). It is divided into two related tables: </a:t>
            </a:r>
            <a:r>
              <a:rPr lang="en-IN" sz="2800" b="1" dirty="0"/>
              <a:t>Matches</a:t>
            </a:r>
            <a:r>
              <a:rPr lang="en-IN" sz="2800" dirty="0"/>
              <a:t> and </a:t>
            </a:r>
            <a:r>
              <a:rPr lang="en-IN" sz="2800" b="1" dirty="0"/>
              <a:t>Deliveries</a:t>
            </a:r>
            <a:r>
              <a:rPr lang="en-IN" sz="2800" dirty="0"/>
              <a:t>, allowing both match-level and ball-by-ball analysis.</a:t>
            </a:r>
          </a:p>
          <a:p>
            <a:r>
              <a:rPr lang="en-IN" sz="2800" dirty="0"/>
              <a:t>The </a:t>
            </a:r>
            <a:r>
              <a:rPr lang="en-IN" sz="2800" b="1" dirty="0"/>
              <a:t>Matches</a:t>
            </a:r>
            <a:r>
              <a:rPr lang="en-IN" sz="2800" dirty="0"/>
              <a:t> table contains one record for each IPL match and includes overall match information.</a:t>
            </a:r>
            <a:r>
              <a:rPr lang="en-IN" sz="2800" b="1" dirty="0"/>
              <a:t> Rows:</a:t>
            </a:r>
            <a:r>
              <a:rPr lang="en-IN" sz="2800" dirty="0"/>
              <a:t> 462 match records</a:t>
            </a:r>
          </a:p>
          <a:p>
            <a:r>
              <a:rPr lang="en-IN" sz="2800" dirty="0"/>
              <a:t>The </a:t>
            </a:r>
            <a:r>
              <a:rPr lang="en-IN" sz="2800" b="1" dirty="0"/>
              <a:t>Deliveries</a:t>
            </a:r>
            <a:r>
              <a:rPr lang="en-IN" sz="2800" dirty="0"/>
              <a:t> table contains ball-by-ball data for every IPL match.</a:t>
            </a:r>
            <a:r>
              <a:rPr lang="en-IN" sz="2800" b="1" dirty="0"/>
              <a:t> Rows:</a:t>
            </a:r>
            <a:r>
              <a:rPr lang="en-IN" sz="2800" dirty="0"/>
              <a:t> Approximately </a:t>
            </a:r>
            <a:r>
              <a:rPr lang="en-IN" sz="2800" b="1" dirty="0"/>
              <a:t>109,500</a:t>
            </a:r>
            <a:r>
              <a:rPr lang="en-IN" sz="2800" dirty="0"/>
              <a:t> ball-by-ball records.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8626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5167-D34C-8B52-257E-F23BE068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4932"/>
            <a:ext cx="10353762" cy="1257300"/>
          </a:xfrm>
        </p:spPr>
        <p:txBody>
          <a:bodyPr>
            <a:noAutofit/>
          </a:bodyPr>
          <a:lstStyle/>
          <a:p>
            <a:pPr algn="l"/>
            <a:r>
              <a:rPr lang="en-IN" sz="2400" dirty="0"/>
              <a:t>This Power BI project is an interactive dashboard developed using the IPL dataset to provide comprehensive insights into tournament and team performance.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0C7B-58E4-FC56-4BC2-F7AF5016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97143"/>
            <a:ext cx="10353762" cy="45888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The report consists of </a:t>
            </a:r>
            <a:r>
              <a:rPr lang="en-IN" b="1" dirty="0"/>
              <a:t>two interactive pages</a:t>
            </a:r>
            <a:r>
              <a:rPr lang="en-IN" dirty="0"/>
              <a:t>:</a:t>
            </a:r>
          </a:p>
          <a:p>
            <a:r>
              <a:rPr lang="en-IN" b="1" dirty="0"/>
              <a:t>Tournament Overview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Presents an overall summary of the IPL tournament. </a:t>
            </a:r>
          </a:p>
          <a:p>
            <a:pPr lvl="1"/>
            <a:r>
              <a:rPr lang="en-IN" dirty="0"/>
              <a:t>Displays key performance indicators (KPIs) such as total matches, runs, wickets, sixes, and fours. </a:t>
            </a:r>
          </a:p>
          <a:p>
            <a:pPr lvl="1"/>
            <a:r>
              <a:rPr lang="en-IN" dirty="0"/>
              <a:t>Analyses season-wise performance, venue statistics, and team comparisons. </a:t>
            </a:r>
          </a:p>
          <a:p>
            <a:pPr lvl="1"/>
            <a:r>
              <a:rPr lang="en-IN" dirty="0"/>
              <a:t>Enables users to explore tournament trends using interactive filters and slicers. </a:t>
            </a:r>
          </a:p>
          <a:p>
            <a:r>
              <a:rPr lang="en-IN" b="1" dirty="0"/>
              <a:t>Team Analysis – Chennai Super Kings (CSK)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Provides an in-depth analysis of Chennai Super Kings' performance. </a:t>
            </a:r>
          </a:p>
          <a:p>
            <a:pPr lvl="1"/>
            <a:r>
              <a:rPr lang="en-IN" dirty="0"/>
              <a:t>Highlights batting and bowling statistics, match outcomes, player contributions, and overall team performance. </a:t>
            </a:r>
          </a:p>
          <a:p>
            <a:pPr lvl="1"/>
            <a:r>
              <a:rPr lang="en-IN" dirty="0"/>
              <a:t>Includes interactive visualisations that allow users to evaluate the team's strengths, consistency, and performance across different seasons.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40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BDE9-CD96-2394-AD6D-3C5FD26C6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64" y="129915"/>
            <a:ext cx="10353762" cy="784485"/>
          </a:xfrm>
        </p:spPr>
        <p:txBody>
          <a:bodyPr/>
          <a:lstStyle/>
          <a:p>
            <a:r>
              <a:rPr lang="en-IN" dirty="0"/>
              <a:t>Report 1: Tournament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D320-74F5-26E0-74E0-021CFB9CE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64" y="1109271"/>
            <a:ext cx="4692526" cy="3372788"/>
          </a:xfrm>
        </p:spPr>
        <p:txBody>
          <a:bodyPr>
            <a:normAutofit fontScale="92500" lnSpcReduction="10000"/>
          </a:bodyPr>
          <a:lstStyle/>
          <a:p>
            <a:r>
              <a:rPr lang="en-IN" sz="3200" b="1" dirty="0"/>
              <a:t>KPI Cards                                   </a:t>
            </a:r>
          </a:p>
          <a:p>
            <a:r>
              <a:rPr lang="en-IN" sz="2000" dirty="0"/>
              <a:t>Total Matches   </a:t>
            </a:r>
          </a:p>
          <a:p>
            <a:r>
              <a:rPr lang="en-IN" sz="2000" dirty="0"/>
              <a:t>Total Runs</a:t>
            </a:r>
          </a:p>
          <a:p>
            <a:r>
              <a:rPr lang="en-IN" sz="2000" dirty="0"/>
              <a:t>Total Wickets</a:t>
            </a:r>
          </a:p>
          <a:p>
            <a:r>
              <a:rPr lang="en-IN" sz="2000" dirty="0"/>
              <a:t>Total Fours</a:t>
            </a:r>
          </a:p>
          <a:p>
            <a:r>
              <a:rPr lang="en-IN" sz="2000" dirty="0"/>
              <a:t>Total Sixes</a:t>
            </a:r>
          </a:p>
          <a:p>
            <a:r>
              <a:rPr lang="en-IN" sz="2000" dirty="0"/>
              <a:t>Total Teams</a:t>
            </a:r>
            <a:endParaRPr lang="en-IN" sz="2000" b="1" dirty="0"/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0177C-202C-FCB4-39C3-0CF918DAD09A}"/>
              </a:ext>
            </a:extLst>
          </p:cNvPr>
          <p:cNvSpPr txBox="1"/>
          <p:nvPr/>
        </p:nvSpPr>
        <p:spPr>
          <a:xfrm>
            <a:off x="4212187" y="2450733"/>
            <a:ext cx="594609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3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40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Charts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Clustered Bar Chart – Team-wise Total Runs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Clustered Bar Chart – Team-wise Wins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Line Chart – Season-wise Matches Played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Line Chart – Season-wise Runs Scored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endParaRPr lang="en-IN" sz="24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36C5-E87F-BCDC-D609-3F1F66C3869A}"/>
              </a:ext>
            </a:extLst>
          </p:cNvPr>
          <p:cNvSpPr txBox="1"/>
          <p:nvPr/>
        </p:nvSpPr>
        <p:spPr>
          <a:xfrm>
            <a:off x="808864" y="4482059"/>
            <a:ext cx="2413416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3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Filters (Slicers)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5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Season 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5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Team 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5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Venue 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5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46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4B17-1B8B-6558-4918-FC767F05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4886"/>
            <a:ext cx="10353762" cy="1144248"/>
          </a:xfrm>
        </p:spPr>
        <p:txBody>
          <a:bodyPr>
            <a:normAutofit fontScale="90000"/>
          </a:bodyPr>
          <a:lstStyle/>
          <a:p>
            <a:r>
              <a:rPr lang="en-IN" dirty="0"/>
              <a:t>Report 2: Team Analysis – Chennai Super Kings (CSK)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25DF-A6AF-B90C-2A09-5A7AB4802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50" y="1371913"/>
            <a:ext cx="4062939" cy="2811468"/>
          </a:xfrm>
        </p:spPr>
        <p:txBody>
          <a:bodyPr/>
          <a:lstStyle/>
          <a:p>
            <a:r>
              <a:rPr lang="en-IN" dirty="0"/>
              <a:t>KPI Cards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Total Matches Played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Total Wins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Win Percentage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Total Runs</a:t>
            </a:r>
          </a:p>
          <a:p>
            <a:pPr>
              <a:lnSpc>
                <a:spcPct val="100000"/>
              </a:lnSpc>
            </a:pPr>
            <a:r>
              <a:rPr lang="en-IN" sz="1900" dirty="0"/>
              <a:t>Total Wickets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0621D-221C-9554-F741-83665857A91E}"/>
              </a:ext>
            </a:extLst>
          </p:cNvPr>
          <p:cNvSpPr txBox="1"/>
          <p:nvPr/>
        </p:nvSpPr>
        <p:spPr>
          <a:xfrm>
            <a:off x="4992151" y="1742982"/>
            <a:ext cx="6099071" cy="462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06000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Charts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Line Chart – Season-wise Runs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Line Chart – Season-wise Wins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Donut Chart – Match Results Distribution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Bar Chart – Top Run Scorers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Bar Chart – Top Wicket Takers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Matrix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Provides detailed statistics such as player-wise runs, wickets, strike rate, average, or season-wise performance.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0DE54-5883-CD0C-7855-FD35E05AE2F3}"/>
              </a:ext>
            </a:extLst>
          </p:cNvPr>
          <p:cNvSpPr txBox="1"/>
          <p:nvPr/>
        </p:nvSpPr>
        <p:spPr>
          <a:xfrm>
            <a:off x="708857" y="4244467"/>
            <a:ext cx="291896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06000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2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Interactive Filters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9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Season 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9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Player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9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Venue</a:t>
            </a:r>
          </a:p>
          <a:p>
            <a:pPr marL="342900" indent="-306000"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IN" sz="19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Opponent Team</a:t>
            </a:r>
          </a:p>
        </p:txBody>
      </p:sp>
    </p:spTree>
    <p:extLst>
      <p:ext uri="{BB962C8B-B14F-4D97-AF65-F5344CB8AC3E}">
        <p14:creationId xmlns:p14="http://schemas.microsoft.com/office/powerpoint/2010/main" val="1903462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{1DC50FE1-87FF-460F-A640-21B90076F7FF}TFe742eee6-54b3-45e8-a03d-f3d997f9b6caf6c338c2_win32-3734725ae7e2</Template>
  <TotalTime>74</TotalTime>
  <Words>362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Goudy Old Style</vt:lpstr>
      <vt:lpstr>Wingdings</vt:lpstr>
      <vt:lpstr>Wingdings 2</vt:lpstr>
      <vt:lpstr>SlateVTI</vt:lpstr>
      <vt:lpstr>POWER BI DASHBOARD</vt:lpstr>
      <vt:lpstr>DATASET DESCRIPTION</vt:lpstr>
      <vt:lpstr>This Power BI project is an interactive dashboard developed using the IPL dataset to provide comprehensive insights into tournament and team performance.</vt:lpstr>
      <vt:lpstr>Report 1: Tournament Overview</vt:lpstr>
      <vt:lpstr>Report 2: Team Analysis – Chennai Super Kings (CSK)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2026-07-25T12:16:15Z</dcterms:created>
  <dcterms:modified xsi:type="dcterms:W3CDTF">2026-07-29T15:28:05Z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